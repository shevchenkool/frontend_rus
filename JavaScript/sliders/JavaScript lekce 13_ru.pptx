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560f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1560f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523e2b5e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b523e2b5e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60bf20f5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b60bf20f5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523e2b5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523e2b5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0d5de8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b60d5de8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13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3500">
                <a:solidFill>
                  <a:srgbClr val="2B3990"/>
                </a:solidFill>
              </a:rPr>
              <a:t>Сборщики проектов, </a:t>
            </a:r>
            <a:endParaRPr b="1" sz="3500">
              <a:solidFill>
                <a:srgbClr val="2B3990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500">
                <a:solidFill>
                  <a:srgbClr val="2B3990"/>
                </a:solidFill>
              </a:rPr>
              <a:t>Vite (установка, сборка, структура), Модули ES6 (import/export)</a:t>
            </a:r>
            <a:endParaRPr b="1" sz="3500">
              <a:solidFill>
                <a:srgbClr val="2B3990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901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Сборщик проектов</a:t>
            </a: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(Bundler или build tool)</a:t>
            </a:r>
            <a:r>
              <a:rPr lang="cs" sz="1600">
                <a:solidFill>
                  <a:srgbClr val="2B3990"/>
                </a:solidFill>
              </a:rPr>
              <a:t> — это инструмент, который берёт твой исходный код (JS, CSS, картинки и т.д.), обрабатывает его и превращает в готовый проект, который можно запустить в браузере или выложить на сервер.</a:t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5" y="1075800"/>
            <a:ext cx="2917424" cy="162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700" y="1075800"/>
            <a:ext cx="2472900" cy="2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6000" y="1075800"/>
            <a:ext cx="2917425" cy="229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0"/>
            <a:ext cx="89271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Создаём проект: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</a:t>
            </a:r>
            <a:r>
              <a:rPr b="1" lang="cs" sz="1600">
                <a:solidFill>
                  <a:srgbClr val="2B3990"/>
                </a:solidFill>
              </a:rPr>
              <a:t>npm create vite@latest</a:t>
            </a:r>
            <a:r>
              <a:rPr lang="cs" sz="1600">
                <a:solidFill>
                  <a:srgbClr val="2B3990"/>
                </a:solidFill>
              </a:rPr>
              <a:t> - не указываем название проекта, в таком случаи vite начнёт диалог в терминале где ты и введёшь имя проекта и другую служебную информацию;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</a:t>
            </a:r>
            <a:r>
              <a:rPr b="1" lang="cs" sz="1600">
                <a:solidFill>
                  <a:srgbClr val="2B3990"/>
                </a:solidFill>
              </a:rPr>
              <a:t>npm create vite@latest my-cool-todo</a:t>
            </a:r>
            <a:r>
              <a:rPr lang="cs" sz="1600">
                <a:solidFill>
                  <a:srgbClr val="2B3990"/>
                </a:solidFill>
              </a:rPr>
              <a:t> - с указанием имени проекта;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</a:t>
            </a:r>
            <a:r>
              <a:rPr b="1" lang="cs" sz="1600">
                <a:solidFill>
                  <a:srgbClr val="2B3990"/>
                </a:solidFill>
              </a:rPr>
              <a:t>npm create vite@latest .</a:t>
            </a:r>
            <a:r>
              <a:rPr lang="cs" sz="1600">
                <a:solidFill>
                  <a:srgbClr val="2B3990"/>
                </a:solidFill>
              </a:rPr>
              <a:t> - проект будет созданый в текущей папки.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@latest</a:t>
            </a:r>
            <a:r>
              <a:rPr lang="cs" sz="1600">
                <a:solidFill>
                  <a:srgbClr val="2B3990"/>
                </a:solidFill>
              </a:rPr>
              <a:t> означает самая новая версия приложения Vite.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Диалог в терминале: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Project name - </a:t>
            </a:r>
            <a:r>
              <a:rPr lang="cs" sz="1600">
                <a:solidFill>
                  <a:srgbClr val="2B3990"/>
                </a:solidFill>
              </a:rPr>
              <a:t>если мя проекта было введено при создании, тогда оно автоматически предложить его, если нет - тогда нужно будет ввести имя проекта;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Select a framework;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Select a variant: 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		- TypeScipt;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		- JavaScript;</a:t>
            </a:r>
            <a:endParaRPr b="1" sz="1600">
              <a:solidFill>
                <a:srgbClr val="2B3990"/>
              </a:solidFill>
            </a:endParaRPr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- Use rolldown-vite (Experimental)?</a:t>
            </a:r>
            <a:endParaRPr b="1" sz="1600">
              <a:solidFill>
                <a:srgbClr val="2B3990"/>
              </a:solidFill>
            </a:endParaRPr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Rolldown — </a:t>
            </a:r>
            <a:r>
              <a:rPr lang="cs" sz="1600">
                <a:solidFill>
                  <a:srgbClr val="2B3990"/>
                </a:solidFill>
              </a:rPr>
              <a:t>это новый сверхбыстрый инструмент (написанный на языке Rust), который в будущем станет «сердцем» Vite, пока мы выбираем No;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Install with npm and start now? -Yes: </a:t>
            </a:r>
            <a:r>
              <a:rPr lang="cs" sz="1200">
                <a:solidFill>
                  <a:srgbClr val="2B3990"/>
                </a:solidFill>
              </a:rPr>
              <a:t>автоматически всё сделает и запустить локальный сервер</a:t>
            </a:r>
            <a:endParaRPr sz="12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rgbClr val="2B3990"/>
                </a:solidFill>
              </a:rPr>
              <a:t>						       </a:t>
            </a:r>
            <a:r>
              <a:rPr b="1" lang="cs" sz="1600">
                <a:solidFill>
                  <a:srgbClr val="2B3990"/>
                </a:solidFill>
              </a:rPr>
              <a:t>- No: </a:t>
            </a:r>
            <a:r>
              <a:rPr lang="cs" sz="1200">
                <a:solidFill>
                  <a:srgbClr val="2B3990"/>
                </a:solidFill>
              </a:rPr>
              <a:t>самому нужно установить зависимость </a:t>
            </a:r>
            <a:r>
              <a:rPr b="1" lang="cs" sz="1200">
                <a:solidFill>
                  <a:srgbClr val="2B3990"/>
                </a:solidFill>
              </a:rPr>
              <a:t>npm install </a:t>
            </a:r>
            <a:r>
              <a:rPr lang="cs" sz="1200">
                <a:solidFill>
                  <a:srgbClr val="2B3990"/>
                </a:solidFill>
              </a:rPr>
              <a:t>и запустить локальный сервер </a:t>
            </a:r>
            <a:r>
              <a:rPr b="1" lang="cs" sz="1200">
                <a:solidFill>
                  <a:srgbClr val="2B3990"/>
                </a:solidFill>
              </a:rPr>
              <a:t>npm run dev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0"/>
            <a:ext cx="90117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Архитектура проекта: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package.json</a:t>
            </a:r>
            <a:r>
              <a:rPr lang="cs" sz="1600">
                <a:solidFill>
                  <a:srgbClr val="2B3990"/>
                </a:solidFill>
              </a:rPr>
              <a:t> — это главный файл конфигурации. В нем записаны: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1. Название и версия твоего проекта.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2. Scripts: твои команды.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</a:t>
            </a:r>
            <a:r>
              <a:rPr b="1" lang="cs" sz="1600">
                <a:solidFill>
                  <a:srgbClr val="2B3990"/>
                </a:solidFill>
              </a:rPr>
              <a:t>"scripts": {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                "dev": "vite",</a:t>
            </a:r>
            <a:r>
              <a:rPr lang="cs" sz="1600">
                <a:solidFill>
                  <a:srgbClr val="2B3990"/>
                </a:solidFill>
              </a:rPr>
              <a:t> - запуск проекта в режиме разработки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</a:t>
            </a:r>
            <a:r>
              <a:rPr b="1" lang="cs" sz="1600">
                <a:solidFill>
                  <a:srgbClr val="2B3990"/>
                </a:solidFill>
              </a:rPr>
              <a:t> "build": "vite build",</a:t>
            </a:r>
            <a:r>
              <a:rPr lang="cs" sz="1600">
                <a:solidFill>
                  <a:srgbClr val="2B3990"/>
                </a:solidFill>
              </a:rPr>
              <a:t> - когда проект полностью готов мы его оптимизируем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</a:t>
            </a:r>
            <a:r>
              <a:rPr b="1" lang="cs" sz="1600">
                <a:solidFill>
                  <a:srgbClr val="2B3990"/>
                </a:solidFill>
              </a:rPr>
              <a:t>"preview": "vite preview"</a:t>
            </a:r>
            <a:r>
              <a:rPr lang="cs" sz="1600">
                <a:solidFill>
                  <a:srgbClr val="2B3990"/>
                </a:solidFill>
              </a:rPr>
              <a:t> - как сайт выглядит после npm run build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</a:t>
            </a:r>
            <a:r>
              <a:rPr b="1" lang="cs" sz="1600">
                <a:solidFill>
                  <a:srgbClr val="2B3990"/>
                </a:solidFill>
              </a:rPr>
              <a:t> },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‼️все скрипты запускаються с помощью команды </a:t>
            </a:r>
            <a:r>
              <a:rPr b="1" lang="cs" sz="1600">
                <a:solidFill>
                  <a:srgbClr val="2B3990"/>
                </a:solidFill>
              </a:rPr>
              <a:t>npm run ...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можна поменять </a:t>
            </a:r>
            <a:r>
              <a:rPr b="1" lang="cs" sz="1600">
                <a:solidFill>
                  <a:srgbClr val="2B3990"/>
                </a:solidFill>
              </a:rPr>
              <a:t>"dev" на "start"</a:t>
            </a:r>
            <a:r>
              <a:rPr lang="cs" sz="1600">
                <a:solidFill>
                  <a:srgbClr val="2B3990"/>
                </a:solidFill>
              </a:rPr>
              <a:t> - тогда запуск будет без </a:t>
            </a:r>
            <a:r>
              <a:rPr b="1" lang="cs" sz="1600">
                <a:solidFill>
                  <a:srgbClr val="2B3990"/>
                </a:solidFill>
              </a:rPr>
              <a:t>run</a:t>
            </a:r>
            <a:r>
              <a:rPr lang="cs" sz="1600">
                <a:solidFill>
                  <a:srgbClr val="2B3990"/>
                </a:solidFill>
              </a:rPr>
              <a:t>, просто </a:t>
            </a:r>
            <a:r>
              <a:rPr b="1" lang="cs" sz="1600">
                <a:solidFill>
                  <a:srgbClr val="2B3990"/>
                </a:solidFill>
              </a:rPr>
              <a:t>npm start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		3. </a:t>
            </a:r>
            <a:r>
              <a:rPr b="1" lang="cs" sz="1600">
                <a:solidFill>
                  <a:srgbClr val="2B3990"/>
                </a:solidFill>
              </a:rPr>
              <a:t>Dependencies: </a:t>
            </a:r>
            <a:r>
              <a:rPr lang="cs" sz="1600">
                <a:solidFill>
                  <a:srgbClr val="2B3990"/>
                </a:solidFill>
              </a:rPr>
              <a:t>список библиотек, которые ты установил.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package-lock.json</a:t>
            </a:r>
            <a:r>
              <a:rPr lang="cs" sz="1600">
                <a:solidFill>
                  <a:srgbClr val="2B3990"/>
                </a:solidFill>
              </a:rPr>
              <a:t> — это очень подробный технический отчет.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public - </a:t>
            </a:r>
            <a:r>
              <a:rPr lang="cs" sz="1600">
                <a:solidFill>
                  <a:srgbClr val="2B3990"/>
                </a:solidFill>
              </a:rPr>
              <a:t>это место для статичных файлов, которые Vite не должен «трогать» или изменять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src (Source) - э</a:t>
            </a:r>
            <a:r>
              <a:rPr lang="cs" sz="1600">
                <a:solidFill>
                  <a:srgbClr val="2B3990"/>
                </a:solidFill>
              </a:rPr>
              <a:t>то «кухня», где происходит вся магия. Это самое важное место для разработчика.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3500"/>
            <a:ext cx="8839200" cy="334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0" y="0"/>
            <a:ext cx="90117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2B3990"/>
                </a:solidFill>
              </a:rPr>
              <a:t>В</a:t>
            </a:r>
            <a:r>
              <a:rPr b="1" lang="cs">
                <a:solidFill>
                  <a:srgbClr val="2B3990"/>
                </a:solidFill>
              </a:rPr>
              <a:t>иды экспорта:</a:t>
            </a:r>
            <a:endParaRPr b="1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- </a:t>
            </a:r>
            <a:r>
              <a:rPr b="1" lang="cs">
                <a:solidFill>
                  <a:srgbClr val="2B3990"/>
                </a:solidFill>
              </a:rPr>
              <a:t>named export (именованный экспорт):</a:t>
            </a:r>
            <a:r>
              <a:rPr lang="cs">
                <a:solidFill>
                  <a:srgbClr val="2B3990"/>
                </a:solidFill>
              </a:rPr>
              <a:t> это самый популярный вид экспорта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</a:t>
            </a:r>
            <a:r>
              <a:rPr lang="cs">
                <a:solidFill>
                  <a:srgbClr val="38761D"/>
                </a:solidFill>
              </a:rPr>
              <a:t>  </a:t>
            </a:r>
            <a:r>
              <a:rPr b="1" lang="cs">
                <a:solidFill>
                  <a:srgbClr val="38761D"/>
                </a:solidFill>
              </a:rPr>
              <a:t> export const toDo = [];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38761D"/>
                </a:solidFill>
              </a:rPr>
              <a:t>               </a:t>
            </a:r>
            <a:r>
              <a:rPr b="1" lang="cs">
                <a:solidFill>
                  <a:srgbClr val="38761D"/>
                </a:solidFill>
              </a:rPr>
              <a:t>  export function addToDo(){...};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38761D"/>
                </a:solidFill>
              </a:rPr>
              <a:t>                </a:t>
            </a:r>
            <a:r>
              <a:rPr b="1" lang="cs">
                <a:solidFill>
                  <a:srgbClr val="38761D"/>
                </a:solidFill>
              </a:rPr>
              <a:t> import { toDo, addToDo } from "./todo.js";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Обязательно используем фигурные скобки и точные имена, которые использовались при экспорте.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- </a:t>
            </a:r>
            <a:r>
              <a:rPr b="1" lang="cs">
                <a:solidFill>
                  <a:srgbClr val="2B3990"/>
                </a:solidFill>
              </a:rPr>
              <a:t>default export (экспорт по умолчанию):</a:t>
            </a:r>
            <a:endParaRPr b="1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- </a:t>
            </a:r>
            <a:r>
              <a:rPr lang="cs">
                <a:solidFill>
                  <a:srgbClr val="2B3990"/>
                </a:solidFill>
              </a:rPr>
              <a:t>используется</a:t>
            </a:r>
            <a:r>
              <a:rPr lang="cs">
                <a:solidFill>
                  <a:srgbClr val="2B3990"/>
                </a:solidFill>
              </a:rPr>
              <a:t> когда модуль - это </a:t>
            </a:r>
            <a:r>
              <a:rPr b="1" lang="cs">
                <a:solidFill>
                  <a:srgbClr val="2B3990"/>
                </a:solidFill>
              </a:rPr>
              <a:t>одну основную сущность</a:t>
            </a:r>
            <a:r>
              <a:rPr lang="cs">
                <a:solidFill>
                  <a:srgbClr val="2B3990"/>
                </a:solidFill>
              </a:rPr>
              <a:t> и удобно передавать всё сразу.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Важно понимать, что ты не экспортируешь переменные напрямую, ты экспортируешь объект с копиями ссылок. Это значит, что поведение может быть менее очевидным, и становиться сложнее делать частичный импорт.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  </a:t>
            </a:r>
            <a:r>
              <a:rPr b="1" lang="cs">
                <a:solidFill>
                  <a:srgbClr val="38761D"/>
                </a:solidFill>
              </a:rPr>
              <a:t> const toDo = [];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38761D"/>
                </a:solidFill>
              </a:rPr>
              <a:t>                 function addToDo(){...};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38761D"/>
                </a:solidFill>
              </a:rPr>
              <a:t>                 export default {toDo, addToDo};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38761D"/>
                </a:solidFill>
              </a:rPr>
              <a:t>                 import todoModule from "./todo.js";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   // Теперь, чтобы обратиться к ним: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</a:t>
            </a:r>
            <a:r>
              <a:rPr b="1" lang="cs">
                <a:solidFill>
                  <a:srgbClr val="38761D"/>
                </a:solidFill>
              </a:rPr>
              <a:t>  console.log(todoModule.todos);</a:t>
            </a:r>
            <a:r>
              <a:rPr lang="cs">
                <a:solidFill>
                  <a:srgbClr val="2B3990"/>
                </a:solidFill>
              </a:rPr>
              <a:t> // Достаем массив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 </a:t>
            </a:r>
            <a:r>
              <a:rPr b="1" lang="cs">
                <a:solidFill>
                  <a:srgbClr val="2B3990"/>
                </a:solidFill>
              </a:rPr>
              <a:t> </a:t>
            </a:r>
            <a:r>
              <a:rPr b="1" lang="cs">
                <a:solidFill>
                  <a:srgbClr val="38761D"/>
                </a:solidFill>
              </a:rPr>
              <a:t>todoModule.addTodo('Купить хлеб');</a:t>
            </a:r>
            <a:r>
              <a:rPr b="1" lang="cs">
                <a:solidFill>
                  <a:srgbClr val="2B3990"/>
                </a:solidFill>
              </a:rPr>
              <a:t> </a:t>
            </a:r>
            <a:r>
              <a:rPr lang="cs">
                <a:solidFill>
                  <a:srgbClr val="2B3990"/>
                </a:solidFill>
              </a:rPr>
              <a:t>// Вызываем функцию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Для того чтобы наш </a:t>
            </a:r>
            <a:r>
              <a:rPr b="1" lang="cs">
                <a:solidFill>
                  <a:srgbClr val="2B3990"/>
                </a:solidFill>
              </a:rPr>
              <a:t>экспорт/импорт</a:t>
            </a:r>
            <a:r>
              <a:rPr lang="cs">
                <a:solidFill>
                  <a:srgbClr val="2B3990"/>
                </a:solidFill>
              </a:rPr>
              <a:t> работал при подключении файла js нам нужно указать его тип.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</a:t>
            </a:r>
            <a:r>
              <a:rPr b="1" lang="cs">
                <a:solidFill>
                  <a:srgbClr val="38761D"/>
                </a:solidFill>
              </a:rPr>
              <a:t>  &lt;script type="module" src="/src/main.js"&gt;&lt;/script&gt;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