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1560f1e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g3b1560f1e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2e21a4de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3b2e21a4de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2e21a4de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g3b2e21a4d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2e21a4de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b2e21a4de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55350" y="515000"/>
            <a:ext cx="8599800" cy="4449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10588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>
                <a:solidFill>
                  <a:srgbClr val="1C4587"/>
                </a:solidFill>
              </a:rPr>
              <a:t>Лекция</a:t>
            </a:r>
            <a:r>
              <a:rPr b="1" lang="cs" sz="2800">
                <a:solidFill>
                  <a:srgbClr val="1C4587"/>
                </a:solidFill>
              </a:rPr>
              <a:t> </a:t>
            </a:r>
            <a:r>
              <a:rPr b="1" lang="cs">
                <a:solidFill>
                  <a:srgbClr val="1C4587"/>
                </a:solidFill>
              </a:rPr>
              <a:t>12</a:t>
            </a:r>
            <a:endParaRPr b="1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 sz="3500">
                <a:solidFill>
                  <a:srgbClr val="1C4587"/>
                </a:solidFill>
              </a:rPr>
              <a:t>Создание собственного API, операции CRUD, библиотека axios</a:t>
            </a:r>
            <a:endParaRPr b="1" sz="35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 sz="2800">
                <a:solidFill>
                  <a:srgbClr val="1C4587"/>
                </a:solidFill>
              </a:rPr>
              <a:t>лектор </a:t>
            </a:r>
            <a:r>
              <a:rPr b="1" lang="cs">
                <a:solidFill>
                  <a:srgbClr val="1C4587"/>
                </a:solidFill>
              </a:rPr>
              <a:t>Олексий Шевченко</a:t>
            </a:r>
            <a:endParaRPr b="1">
              <a:solidFill>
                <a:srgbClr val="1C458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0" y="0"/>
            <a:ext cx="908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0" y="0"/>
            <a:ext cx="9011700" cy="51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Собственное API (например, с помощью json-server или Apidroid) — это имитация серверной части.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Помогает тренировать работу с данными как в реальном приложении, даже если настоящего сервера нет.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json-server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🟩 </a:t>
            </a:r>
            <a:r>
              <a:rPr b="1" lang="cs" sz="1600">
                <a:solidFill>
                  <a:srgbClr val="2B3990"/>
                </a:solidFill>
              </a:rPr>
              <a:t>Шаг 1</a:t>
            </a:r>
            <a:r>
              <a:rPr lang="cs" sz="1600">
                <a:solidFill>
                  <a:srgbClr val="2B3990"/>
                </a:solidFill>
              </a:rPr>
              <a:t> — Установка json-server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В терминале (</a:t>
            </a:r>
            <a:r>
              <a:rPr b="1" lang="cs" sz="1600">
                <a:solidFill>
                  <a:srgbClr val="2B3990"/>
                </a:solidFill>
              </a:rPr>
              <a:t>PowerShell, Terminal, VS Code</a:t>
            </a:r>
            <a:r>
              <a:rPr lang="cs" sz="1600">
                <a:solidFill>
                  <a:srgbClr val="2B3990"/>
                </a:solidFill>
              </a:rPr>
              <a:t>):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npm install -g json-server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json-server --version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🟩 Шаг 2 — Создаем файл </a:t>
            </a:r>
            <a:r>
              <a:rPr b="1" lang="cs" sz="1600">
                <a:solidFill>
                  <a:srgbClr val="2B3990"/>
                </a:solidFill>
              </a:rPr>
              <a:t>db.json</a:t>
            </a:r>
            <a:r>
              <a:rPr lang="cs" sz="1600">
                <a:solidFill>
                  <a:srgbClr val="2B3990"/>
                </a:solidFill>
              </a:rPr>
              <a:t> в корне проекта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{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"contacts": [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  { "id": 1, "name": "Анна Новакова", "phone": "123456789" },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  { "id": 2, "name": "Петр Свобода", "phone": "987654321" }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]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}</a:t>
            </a:r>
            <a:endParaRPr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0" y="0"/>
            <a:ext cx="908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0" y="0"/>
            <a:ext cx="89178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🟩</a:t>
            </a:r>
            <a:r>
              <a:rPr b="1" lang="cs" sz="1600">
                <a:solidFill>
                  <a:srgbClr val="2B3990"/>
                </a:solidFill>
              </a:rPr>
              <a:t> Шаг 3 — Запуск сервера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json-server --watch db.json --port 3001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или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npx json-server --watch db.json --port 3001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Теперь API доступно по адресу: </a:t>
            </a:r>
            <a:r>
              <a:rPr b="1" lang="cs" sz="1600">
                <a:solidFill>
                  <a:srgbClr val="2B3990"/>
                </a:solidFill>
              </a:rPr>
              <a:t>http://localhost:3001/contacts.</a:t>
            </a:r>
            <a:endParaRPr b="1"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0" y="0"/>
            <a:ext cx="908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463" y="268500"/>
            <a:ext cx="8575076" cy="433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/>
        </p:nvSpPr>
        <p:spPr>
          <a:xfrm>
            <a:off x="0" y="0"/>
            <a:ext cx="866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0" y="0"/>
            <a:ext cx="908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B3990"/>
              </a:solidFill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0" y="0"/>
            <a:ext cx="8929500" cy="26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2B3990"/>
                </a:solidFill>
              </a:rPr>
              <a:t>Библиотека axios:</a:t>
            </a:r>
            <a:endParaRPr b="1"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- В axios ответ уже автоматически преобразуется в объект JavaScript (json):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       </a:t>
            </a:r>
            <a:r>
              <a:rPr b="1" lang="cs" sz="1600">
                <a:solidFill>
                  <a:srgbClr val="38761D"/>
                </a:solidFill>
              </a:rPr>
              <a:t> const res = await axios.get("/api/data");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cs" sz="1600">
                <a:solidFill>
                  <a:srgbClr val="38761D"/>
                </a:solidFill>
              </a:rPr>
              <a:t>            const data = res.data; // готовый объект</a:t>
            </a:r>
            <a:endParaRPr b="1" sz="1600">
              <a:solidFill>
                <a:srgbClr val="38761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- axios поддерживает больше окружений «из коробки», включая Node.js.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- В fetch ошибки 400 или 500, не считаются ошибкой. В axios любой HTTP-ответ с кодом ошибки автоматически попадает в catch.</a:t>
            </a:r>
            <a:endParaRPr sz="1600">
              <a:solidFill>
                <a:srgbClr val="2B399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" sz="1600">
                <a:solidFill>
                  <a:srgbClr val="2B3990"/>
                </a:solidFill>
              </a:rPr>
              <a:t>    - axios всегда работал и в браузере, и в Node.js без дополнительных настроек, fetch только недавно появился в Node.js.</a:t>
            </a:r>
            <a:endParaRPr sz="1600">
              <a:solidFill>
                <a:srgbClr val="2B399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378075"/>
            <a:ext cx="85206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Спасибо за внимание,</a:t>
            </a:r>
            <a:endParaRPr b="1" sz="3000">
              <a:solidFill>
                <a:srgbClr val="2B39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надеюсь, это было интересно!</a:t>
            </a:r>
            <a:endParaRPr b="1" sz="3000">
              <a:solidFill>
                <a:srgbClr val="2B39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Я готов ответить на ваши вопросы.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