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560f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b1560f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560f1e2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1560f1e2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6749638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86749638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6749638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86749638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1560f1e2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1560f1e2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11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Асинхронность в JavaScript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(Promise, HTTP, fetch())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3500"/>
            <a:ext cx="8839202" cy="314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675" y="489775"/>
            <a:ext cx="6611401" cy="440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0" y="0"/>
            <a:ext cx="89064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Promise</a:t>
            </a:r>
            <a:r>
              <a:rPr lang="cs" sz="1600">
                <a:solidFill>
                  <a:srgbClr val="2B3990"/>
                </a:solidFill>
              </a:rPr>
              <a:t> - это объект, представляющий результат асинхронной операции. Если быть точнее, то promise - это не совсем результат, а обещание что будет результат либо </a:t>
            </a:r>
            <a:r>
              <a:rPr lang="cs" sz="1600">
                <a:solidFill>
                  <a:srgbClr val="2B3990"/>
                </a:solidFill>
              </a:rPr>
              <a:t>положительный</a:t>
            </a:r>
            <a:r>
              <a:rPr lang="cs" sz="1600">
                <a:solidFill>
                  <a:srgbClr val="2B3990"/>
                </a:solidFill>
              </a:rPr>
              <a:t> либо отрицательный.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У Promise есть 3 состояния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1. pending</a:t>
            </a:r>
            <a:r>
              <a:rPr lang="cs" sz="1600">
                <a:solidFill>
                  <a:srgbClr val="2B3990"/>
                </a:solidFill>
              </a:rPr>
              <a:t> — ожидание. Операция началась, результата ещё нет.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2</a:t>
            </a:r>
            <a:r>
              <a:rPr b="1" lang="cs" sz="1600">
                <a:solidFill>
                  <a:srgbClr val="2B3990"/>
                </a:solidFill>
              </a:rPr>
              <a:t>. fulfilled </a:t>
            </a:r>
            <a:r>
              <a:rPr lang="cs" sz="1600">
                <a:solidFill>
                  <a:srgbClr val="2B3990"/>
                </a:solidFill>
              </a:rPr>
              <a:t>— успешно, либо результат получен.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3. rejected </a:t>
            </a:r>
            <a:r>
              <a:rPr lang="cs" sz="1600">
                <a:solidFill>
                  <a:srgbClr val="2B3990"/>
                </a:solidFill>
              </a:rPr>
              <a:t>— ошибка, либо произошла ошибка.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</a:t>
            </a:r>
            <a:r>
              <a:rPr b="1" lang="cs" sz="1600">
                <a:solidFill>
                  <a:srgbClr val="2B3990"/>
                </a:solidFill>
              </a:rPr>
              <a:t>ачем вообще нужен Promise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- Без Promise: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трудно работать с асинхронным кодом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появляются вложенные колбэки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ошибки теряются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-</a:t>
            </a:r>
            <a:r>
              <a:rPr b="1" lang="cs" sz="1600">
                <a:solidFill>
                  <a:srgbClr val="2B3990"/>
                </a:solidFill>
              </a:rPr>
              <a:t> Promise даёт: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понятный порядок действий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единый способ обработки результата и ошибки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читаемый код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0" y="0"/>
            <a:ext cx="90834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Сервер – </a:t>
            </a:r>
            <a:r>
              <a:rPr lang="cs" sz="1600">
                <a:solidFill>
                  <a:srgbClr val="2B3990"/>
                </a:solidFill>
              </a:rPr>
              <a:t>это компьютер со специальным программным обеспечением.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Бекенд – </a:t>
            </a:r>
            <a:r>
              <a:rPr lang="cs" sz="1600">
                <a:solidFill>
                  <a:srgbClr val="2B3990"/>
                </a:solidFill>
              </a:rPr>
              <a:t>это программа, расположенная на сервере, способная обработать входящие HTTP-запросы и имеющая набор готовых действий на определенные запросы.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HTTP (HyperText Transfer Protocol) </a:t>
            </a:r>
            <a:r>
              <a:rPr lang="cs" sz="1600">
                <a:solidFill>
                  <a:srgbClr val="2B3990"/>
                </a:solidFill>
              </a:rPr>
              <a:t>— это протокол, на котором браузер общается с сервером.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REST (representational state transfer) </a:t>
            </a:r>
            <a:r>
              <a:rPr lang="cs" sz="1600">
                <a:solidFill>
                  <a:srgbClr val="2B3990"/>
                </a:solidFill>
              </a:rPr>
              <a:t>– стиль бэкенд-архитектуры, основывается на наборе принципов, описывающих, каким образом определяются и адресуются сетевые ресурсы.</a:t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32725"/>
            <a:ext cx="8839199" cy="255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0" y="0"/>
            <a:ext cx="91980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Коды состояния HTTP по категориям:</a:t>
            </a:r>
            <a:endParaRPr b="1"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1хх - Информационные ответы:</a:t>
            </a:r>
            <a:endParaRPr b="1"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100 - Продолжить - сервер принял начало запроса, вы можете продолжить;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101 - Переключение протокола - сервер соглашается изменить протокол связи.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2хх - Успех:</a:t>
            </a:r>
            <a:endParaRPr b="1"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200 - ОК - запрос выполнен успешно;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201 - Создано - новый ресурс успешно создан (например, после POST);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204 - Нет содержимого - ответ не содержит данных (например, после DELETE).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3хх - Перенаправление:</a:t>
            </a:r>
            <a:endParaRPr b="1"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301 - Перемещено навсегда - страница перемещена на другой адрес;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302 - Перемещено временно - временное перенаправление;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304 - Не изменено - используется кэш, страница не изменилась.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4хх - Ошибки на стороне клиента:</a:t>
            </a:r>
            <a:endParaRPr b="1"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400 - Неверный запрос - сервер не понимает запрос;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401 - Несанкционированный доступ - отсутствует логин или авторизация;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403 — Запрещено — доступ запрещен, даже если вы авторизованы;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404 — Не найдено — страница или файл не существует.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5хх — Ошибки на стороне сервера:</a:t>
            </a:r>
            <a:endParaRPr b="1"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500 — Внутренняя ошибка сервера — что-то пошло не так на стороне сервера;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501 — Неверный шлюз — неверный ответ от другого сервера;</a:t>
            </a:r>
            <a:endParaRPr sz="1500">
              <a:solidFill>
                <a:srgbClr val="2B399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503 — Недоступно — сервер в данный момент недоступен (например, для технического обслуживания).</a:t>
            </a:r>
            <a:endParaRPr sz="15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