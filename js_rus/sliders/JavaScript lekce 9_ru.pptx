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1837e4e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01837e4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9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Событие (event)</a:t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События</a:t>
            </a:r>
            <a:r>
              <a:rPr lang="cs" sz="1600">
                <a:solidFill>
                  <a:srgbClr val="2B3990"/>
                </a:solidFill>
              </a:rPr>
              <a:t> — это механизм, позволяющий JavaScript реагировать на действия пользователя (клики, ввод текста, движение мыши) или изменения состояния браузера (загрузка страницы, изменение размера окна).</a:t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00" y="1187400"/>
            <a:ext cx="8839200" cy="3701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0" y="0"/>
            <a:ext cx="89898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В основе событийной модели есть три термина: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1. </a:t>
            </a:r>
            <a:r>
              <a:rPr b="1" lang="cs" sz="1600">
                <a:solidFill>
                  <a:srgbClr val="2B3990"/>
                </a:solidFill>
              </a:rPr>
              <a:t>Событие (event)</a:t>
            </a:r>
            <a:r>
              <a:rPr lang="cs" sz="1600">
                <a:solidFill>
                  <a:srgbClr val="2B3990"/>
                </a:solidFill>
              </a:rPr>
              <a:t> - это сигнал от браузера о том, что произошло какое-то действие. Например: клик мыши, ввод текста, отправка формы;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2. </a:t>
            </a:r>
            <a:r>
              <a:rPr b="1" lang="cs" sz="1600">
                <a:solidFill>
                  <a:srgbClr val="2B3990"/>
                </a:solidFill>
              </a:rPr>
              <a:t>Обработчик (handler)</a:t>
            </a:r>
            <a:r>
              <a:rPr lang="cs" sz="1600">
                <a:solidFill>
                  <a:srgbClr val="2B3990"/>
                </a:solidFill>
              </a:rPr>
              <a:t> - это функция, которую нужно выполнить при наступлении события. Например: смена цвета кнопки при клике;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3. </a:t>
            </a:r>
            <a:r>
              <a:rPr b="1" lang="cs" sz="1600">
                <a:solidFill>
                  <a:srgbClr val="2B3990"/>
                </a:solidFill>
              </a:rPr>
              <a:t>Объект события (Event Object) </a:t>
            </a:r>
            <a:r>
              <a:rPr lang="cs" sz="1600">
                <a:solidFill>
                  <a:srgbClr val="2B3990"/>
                </a:solidFill>
              </a:rPr>
              <a:t>- это специальный объект, автоматически передаваемый в обработчик. Хранит информацию о событии. Например: event.target, event.type, event.clientX/Y, event.key.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Способы назначения обработчиков события: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Атрибут HTML (Inline Handlers)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</a:t>
            </a:r>
            <a:r>
              <a:rPr b="1" lang="cs" sz="1600">
                <a:solidFill>
                  <a:srgbClr val="38761D"/>
                </a:solidFill>
              </a:rPr>
              <a:t>&lt;button onclick="alert('Привет!')"&gt;</a:t>
            </a:r>
            <a:r>
              <a:rPr b="1" lang="cs" sz="1600">
                <a:solidFill>
                  <a:srgbClr val="2B3990"/>
                </a:solidFill>
              </a:rPr>
              <a:t>Нажми</a:t>
            </a:r>
            <a:r>
              <a:rPr b="1" lang="cs" sz="1600">
                <a:solidFill>
                  <a:srgbClr val="38761D"/>
                </a:solidFill>
              </a:rPr>
              <a:t>&lt;/button&gt;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DOM-свойства (One-Property Handlers)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button = document.querySelector('button');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button.onclick = function() {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console.log('Клик сработал!');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}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2B3990"/>
                </a:solidFill>
              </a:rPr>
              <a:t> addEventListener() — рекомендуемый способ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element.addEventListener(type, listener, [options]);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