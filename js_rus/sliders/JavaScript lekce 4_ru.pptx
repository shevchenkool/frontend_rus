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8d89803b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a8d89803b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d89803b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8d89803b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d89803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8d89803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d89803b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8d89803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6463295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a6463295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4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Конструкция switch..case,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циклы </a:t>
            </a:r>
            <a:r>
              <a:rPr b="1" lang="cs" sz="3500">
                <a:solidFill>
                  <a:srgbClr val="1C4587"/>
                </a:solidFill>
              </a:rPr>
              <a:t>(for, </a:t>
            </a:r>
            <a:r>
              <a:rPr b="1" lang="cs" sz="3500">
                <a:solidFill>
                  <a:srgbClr val="1C4587"/>
                </a:solidFill>
              </a:rPr>
              <a:t>while</a:t>
            </a:r>
            <a:r>
              <a:rPr b="1" lang="cs" sz="3500">
                <a:solidFill>
                  <a:srgbClr val="1C4587"/>
                </a:solidFill>
              </a:rPr>
              <a:t>)</a:t>
            </a:r>
            <a:endParaRPr b="1" sz="31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Switch</a:t>
            </a:r>
            <a:r>
              <a:rPr lang="cs" sz="1600">
                <a:solidFill>
                  <a:srgbClr val="2B3990"/>
                </a:solidFill>
              </a:rPr>
              <a:t> — это конструкция, которая позволяет проверить одно значение сразу на несколько возможных вариантов, не используя длинные цепочки </a:t>
            </a:r>
            <a:r>
              <a:rPr b="1" lang="cs" sz="1600">
                <a:solidFill>
                  <a:srgbClr val="2B3990"/>
                </a:solidFill>
              </a:rPr>
              <a:t>else if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📌 </a:t>
            </a:r>
            <a:r>
              <a:rPr b="1" lang="cs" sz="1600">
                <a:solidFill>
                  <a:srgbClr val="2B3990"/>
                </a:solidFill>
              </a:rPr>
              <a:t>Структура switch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r>
              <a:rPr b="1" lang="cs" sz="1600">
                <a:solidFill>
                  <a:srgbClr val="38761D"/>
                </a:solidFill>
              </a:rPr>
              <a:t>switch (выражение)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case значение1: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// код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</a:t>
            </a:r>
            <a:r>
              <a:rPr b="1" lang="cs" sz="1600">
                <a:solidFill>
                  <a:srgbClr val="38761D"/>
                </a:solidFill>
              </a:rPr>
              <a:t>  break;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</a:t>
            </a:r>
            <a:r>
              <a:rPr b="1" lang="cs" sz="1600">
                <a:solidFill>
                  <a:srgbClr val="38761D"/>
                </a:solidFill>
              </a:rPr>
              <a:t> case значение2: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// код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</a:t>
            </a:r>
            <a:r>
              <a:rPr lang="cs" sz="1600">
                <a:solidFill>
                  <a:srgbClr val="38761D"/>
                </a:solidFill>
              </a:rPr>
              <a:t> break;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38761D"/>
                </a:solidFill>
              </a:rPr>
              <a:t>        default: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// если ни один case не подошёл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38761D"/>
                </a:solidFill>
              </a:rPr>
              <a:t>   }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Данную конструкцию </a:t>
            </a:r>
            <a:r>
              <a:rPr b="1" lang="cs" sz="1500">
                <a:solidFill>
                  <a:srgbClr val="2B3990"/>
                </a:solidFill>
              </a:rPr>
              <a:t>рекомендуется</a:t>
            </a:r>
            <a:r>
              <a:rPr b="1" lang="cs" sz="1500">
                <a:solidFill>
                  <a:srgbClr val="2B3990"/>
                </a:solidFill>
              </a:rPr>
              <a:t> использовать только с </a:t>
            </a:r>
            <a:r>
              <a:rPr b="1" lang="cs" sz="1500">
                <a:solidFill>
                  <a:srgbClr val="2B3990"/>
                </a:solidFill>
              </a:rPr>
              <a:t>строгим</a:t>
            </a:r>
            <a:r>
              <a:rPr b="1" lang="cs" sz="1500">
                <a:solidFill>
                  <a:srgbClr val="2B3990"/>
                </a:solidFill>
              </a:rPr>
              <a:t> сравнением ===</a:t>
            </a:r>
            <a:endParaRPr b="1" sz="15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76350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Циклы </a:t>
            </a:r>
            <a:r>
              <a:rPr lang="cs" sz="1600">
                <a:solidFill>
                  <a:srgbClr val="2B3990"/>
                </a:solidFill>
              </a:rPr>
              <a:t>позволяют выполнять один и тот же код несколько раз.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Циклы используются для: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повторения действий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работы с диапазонами чисел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проверки данных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обработки текста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повторных попыток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2B3990"/>
                </a:solidFill>
              </a:rPr>
              <a:t>Цикл for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Используется, когда заранее известно количество повторений.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📌 </a:t>
            </a:r>
            <a:r>
              <a:rPr b="1" lang="cs" sz="1600">
                <a:solidFill>
                  <a:srgbClr val="2B3990"/>
                </a:solidFill>
              </a:rPr>
              <a:t>Структура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38761D"/>
                </a:solidFill>
              </a:rPr>
              <a:t>for (начало; условие; шаг)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    // тело цикла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128363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Цикл while</a:t>
            </a:r>
            <a:endParaRPr b="1"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Используется, когда количество повторений заранее </a:t>
            </a:r>
            <a:r>
              <a:rPr b="1" lang="cs" sz="1600">
                <a:solidFill>
                  <a:srgbClr val="2B3990"/>
                </a:solidFill>
              </a:rPr>
              <a:t>НЕ</a:t>
            </a:r>
            <a:r>
              <a:rPr lang="cs" sz="1600">
                <a:solidFill>
                  <a:srgbClr val="2B3990"/>
                </a:solidFill>
              </a:rPr>
              <a:t> известно.</a:t>
            </a:r>
            <a:endParaRPr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📌 Структура</a:t>
            </a:r>
            <a:endParaRPr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r>
              <a:rPr b="1" lang="cs" sz="1600">
                <a:solidFill>
                  <a:srgbClr val="38761D"/>
                </a:solidFill>
              </a:rPr>
              <a:t>while (условие) {</a:t>
            </a:r>
            <a:endParaRPr b="1" sz="1600">
              <a:solidFill>
                <a:srgbClr val="38761D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2B3990"/>
                </a:solidFill>
              </a:rPr>
              <a:t>     // тело цикла</a:t>
            </a:r>
            <a:endParaRPr b="1"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}</a:t>
            </a:r>
            <a:endParaRPr b="1" sz="1600">
              <a:solidFill>
                <a:srgbClr val="38761D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Когда лучше использовать for или while</a:t>
            </a:r>
            <a:endParaRPr b="1"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50" y="2498875"/>
            <a:ext cx="8832299" cy="2402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🔥 </a:t>
            </a: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sz="1600">
              <a:solidFill>
                <a:srgbClr val="2B3990"/>
              </a:solidFill>
            </a:endParaRPr>
          </a:p>
          <a:p>
            <a:pPr indent="-18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1. Вывести день недели по номеру (1–7)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2. Тип напитка.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Пользователь вводит: "tea", "coffee" или "water".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и ему выводит цену 35 крон, 70 крон и  25 крон соответсвенно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3. Определение сезона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номер месяца 12, 1-2 - зима;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r>
              <a:rPr lang="cs" sz="1600">
                <a:solidFill>
                  <a:srgbClr val="2B3990"/>
                </a:solidFill>
              </a:rPr>
              <a:t>номер месяца 3 - 5  - весна;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номер месяца 6 - 8 - лето;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номер месяца 9 - 11 - осень.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4. Меню команд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Пользователь вводит: start, stop, exit, help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Вывести соответствующее действие. При проверки действия, команду которую ввел  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пользователь привести к единому типу, то есть учесть все </a:t>
            </a:r>
            <a:r>
              <a:rPr lang="cs" sz="1600">
                <a:solidFill>
                  <a:srgbClr val="2B3990"/>
                </a:solidFill>
              </a:rPr>
              <a:t>нюансы</a:t>
            </a:r>
            <a:r>
              <a:rPr lang="cs" sz="1600">
                <a:solidFill>
                  <a:srgbClr val="2B3990"/>
                </a:solidFill>
              </a:rPr>
              <a:t> ввода.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5. Вывести числа от 1 до 100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6. Вывести все нечётные числа от 1 до 20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7. Найти сумму чисел от 1 до N - вводит пользователь с клавиатуры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8. Найти факториал числа N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(например, 5! → 120, 1 * 2 * 3 * 4 * 5 )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9. Таблица умножения числа 7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10. Пользователь вводит числа, пока не введёт отрицательное или текст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11. Угадай число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Компьютер -&gt; случайное число от 1 до 10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Пользователь пытается угадать через prompt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12. Введите пароль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Просить вводить пароль, пока он не будет "admin123"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13. Вывести каждую букву строки (через for)</a:t>
            </a:r>
            <a:endParaRPr sz="1600">
              <a:solidFill>
                <a:srgbClr val="2B3990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14. Найти количество гласных в слове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15. Попросить пользователя ввести число от 1 до 5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Если больше 5 — спрашивать снова (while)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