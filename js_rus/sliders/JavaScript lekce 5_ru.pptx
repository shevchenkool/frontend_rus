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6463295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a6463295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aba4466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aaba4466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aba44668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aaba44668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aba44668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aaba44668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aba44668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aaba44668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aba44668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aaba44668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ba44668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aaba44668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aba4466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aba4466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aba44668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aaba44668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aba44668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aaba44668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ba44668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aaba44668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for...o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5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Массивы и объекты в JavaScript: основы и методы работы</a:t>
            </a:r>
            <a:endParaRPr b="1" sz="31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Массивы (array) </a:t>
            </a:r>
            <a:r>
              <a:rPr lang="cs" sz="1600">
                <a:solidFill>
                  <a:srgbClr val="2B3990"/>
                </a:solidFill>
              </a:rPr>
              <a:t>— это структура данных для хранения и манипуляции коллекцией индексированных значений.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синтаксис: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const arr1 = ["apple", 12, true];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arr1[1] - </a:t>
            </a:r>
            <a:r>
              <a:rPr lang="cs" sz="1600">
                <a:solidFill>
                  <a:srgbClr val="2B3990"/>
                </a:solidFill>
              </a:rPr>
              <a:t>доступ к отдельному элементу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arr1.length</a:t>
            </a:r>
            <a:r>
              <a:rPr lang="cs" sz="1600">
                <a:solidFill>
                  <a:srgbClr val="2B3990"/>
                </a:solidFill>
              </a:rPr>
              <a:t> - длина массива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Методы для роботы с массивами:</a:t>
            </a:r>
            <a:endParaRPr b="1"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split(delimiter)</a:t>
            </a:r>
            <a:r>
              <a:rPr b="1" lang="cs" sz="1600">
                <a:solidFill>
                  <a:srgbClr val="2B3990"/>
                </a:solidFill>
              </a:rPr>
              <a:t> </a:t>
            </a:r>
            <a:r>
              <a:rPr lang="cs" sz="1600">
                <a:solidFill>
                  <a:srgbClr val="2B3990"/>
                </a:solidFill>
              </a:rPr>
              <a:t>преобразует строку в массив, «разбивая» её с помощью разделителя delimiter;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join(delimiter)</a:t>
            </a:r>
            <a:r>
              <a:rPr lang="cs" sz="1600">
                <a:solidFill>
                  <a:srgbClr val="2B3990"/>
                </a:solidFill>
              </a:rPr>
              <a:t> объединяет элементы массива в строку;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indexOf(value) </a:t>
            </a:r>
            <a:r>
              <a:rPr lang="cs" sz="1600">
                <a:solidFill>
                  <a:srgbClr val="2B3990"/>
                </a:solidFill>
              </a:rPr>
              <a:t>— возвращает первый индекс, в котором элемент со значением value найден в массиве, или -1, если такого элемента нет;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includes(value) </a:t>
            </a:r>
            <a:r>
              <a:rPr lang="cs" sz="1600">
                <a:solidFill>
                  <a:srgbClr val="2B3990"/>
                </a:solidFill>
              </a:rPr>
              <a:t>— проверяет, содержит ли массив элемент со значением value, и возвращает true или false;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push / unshift(...elements)</a:t>
            </a:r>
            <a:r>
              <a:rPr lang="cs" sz="1600">
                <a:solidFill>
                  <a:srgbClr val="2B3990"/>
                </a:solidFill>
              </a:rPr>
              <a:t> — добавляет один или несколько элементов </a:t>
            </a:r>
            <a:r>
              <a:rPr b="1" lang="cs" sz="1600">
                <a:solidFill>
                  <a:srgbClr val="2B3990"/>
                </a:solidFill>
              </a:rPr>
              <a:t>в конец</a:t>
            </a:r>
            <a:r>
              <a:rPr lang="cs" sz="1600">
                <a:solidFill>
                  <a:srgbClr val="2B3990"/>
                </a:solidFill>
              </a:rPr>
              <a:t> / </a:t>
            </a:r>
            <a:r>
              <a:rPr b="1" lang="cs" sz="1600">
                <a:solidFill>
                  <a:srgbClr val="2B3990"/>
                </a:solidFill>
              </a:rPr>
              <a:t>в начало</a:t>
            </a:r>
            <a:r>
              <a:rPr lang="cs" sz="1600">
                <a:solidFill>
                  <a:srgbClr val="2B3990"/>
                </a:solidFill>
              </a:rPr>
              <a:t> массива. Возвращает новую длину массива.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249875"/>
            <a:ext cx="8958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pop() / shift()</a:t>
            </a:r>
            <a:r>
              <a:rPr lang="cs" sz="1600">
                <a:solidFill>
                  <a:srgbClr val="2B3990"/>
                </a:solidFill>
              </a:rPr>
              <a:t> — удаляет </a:t>
            </a:r>
            <a:r>
              <a:rPr b="1" lang="cs" sz="1600">
                <a:solidFill>
                  <a:srgbClr val="2B3990"/>
                </a:solidFill>
              </a:rPr>
              <a:t>последний / первый</a:t>
            </a:r>
            <a:r>
              <a:rPr lang="cs" sz="1600">
                <a:solidFill>
                  <a:srgbClr val="2B3990"/>
                </a:solidFill>
              </a:rPr>
              <a:t> элемент массива и возвращает его. Если массив пустой — возвращает </a:t>
            </a:r>
            <a:r>
              <a:rPr b="1" lang="cs" sz="1600">
                <a:solidFill>
                  <a:srgbClr val="38761D"/>
                </a:solidFill>
              </a:rPr>
              <a:t>undefined;</a:t>
            </a:r>
            <a:endParaRPr b="1" sz="1600">
              <a:solidFill>
                <a:srgbClr val="38761D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slice(begin, end) - </a:t>
            </a:r>
            <a:r>
              <a:rPr lang="cs" sz="1600">
                <a:solidFill>
                  <a:srgbClr val="2B3990"/>
                </a:solidFill>
              </a:rPr>
              <a:t>копирование частей массива, возвращает новый массив, содержащий копию части исходного массива, не изменяя его.</a:t>
            </a:r>
            <a:endParaRPr sz="1600">
              <a:solidFill>
                <a:srgbClr val="2B3990"/>
              </a:solidFill>
            </a:endParaRPr>
          </a:p>
          <a:p>
            <a:pPr indent="0" lvl="0" marL="9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begin</a:t>
            </a:r>
            <a:r>
              <a:rPr lang="cs" sz="1600">
                <a:solidFill>
                  <a:srgbClr val="2B3990"/>
                </a:solidFill>
              </a:rPr>
              <a:t> — индекс первого элемента для копирования.</a:t>
            </a:r>
            <a:endParaRPr sz="1600">
              <a:solidFill>
                <a:srgbClr val="2B3990"/>
              </a:solidFill>
            </a:endParaRPr>
          </a:p>
          <a:p>
            <a:pPr indent="0" lvl="0" marL="9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end </a:t>
            </a:r>
            <a:r>
              <a:rPr lang="cs" sz="1600">
                <a:solidFill>
                  <a:srgbClr val="2B3990"/>
                </a:solidFill>
              </a:rPr>
              <a:t>— индекс элемента, до которого копируются элементы, не включая его;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splice(position, num, ...items) - </a:t>
            </a:r>
            <a:r>
              <a:rPr lang="cs" sz="1600">
                <a:solidFill>
                  <a:srgbClr val="2B3990"/>
                </a:solidFill>
              </a:rPr>
              <a:t>удаление и вставка элементов, изменяет исходный массив:</a:t>
            </a:r>
            <a:endParaRPr sz="1600">
              <a:solidFill>
                <a:srgbClr val="2B3990"/>
              </a:solidFill>
            </a:endParaRPr>
          </a:p>
          <a:p>
            <a:pPr indent="0" lvl="0" marL="9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position</a:t>
            </a:r>
            <a:r>
              <a:rPr lang="cs" sz="1600">
                <a:solidFill>
                  <a:srgbClr val="2B3990"/>
                </a:solidFill>
              </a:rPr>
              <a:t> — индекс первого элемента для удаления.</a:t>
            </a:r>
            <a:endParaRPr sz="1600">
              <a:solidFill>
                <a:srgbClr val="2B3990"/>
              </a:solidFill>
            </a:endParaRPr>
          </a:p>
          <a:p>
            <a:pPr indent="0" lvl="0" marL="9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num</a:t>
            </a:r>
            <a:r>
              <a:rPr lang="cs" sz="1600">
                <a:solidFill>
                  <a:srgbClr val="2B3990"/>
                </a:solidFill>
              </a:rPr>
              <a:t> — количество удаляемых элементов.</a:t>
            </a:r>
            <a:endParaRPr sz="1600">
              <a:solidFill>
                <a:srgbClr val="2B3990"/>
              </a:solidFill>
            </a:endParaRPr>
          </a:p>
          <a:p>
            <a:pPr indent="0" lvl="0" marL="99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...items </a:t>
            </a:r>
            <a:r>
              <a:rPr lang="cs" sz="1600">
                <a:solidFill>
                  <a:srgbClr val="2B3990"/>
                </a:solidFill>
              </a:rPr>
              <a:t>— элементы для вставки (опционально).</a:t>
            </a:r>
            <a:endParaRPr sz="1600">
              <a:solidFill>
                <a:srgbClr val="2B399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1600"/>
              <a:buChar char="-"/>
            </a:pPr>
            <a:r>
              <a:rPr b="1" lang="cs" sz="1600">
                <a:solidFill>
                  <a:srgbClr val="38761D"/>
                </a:solidFill>
              </a:rPr>
              <a:t>concat() - </a:t>
            </a:r>
            <a:r>
              <a:rPr lang="cs" sz="1600">
                <a:solidFill>
                  <a:srgbClr val="2B3990"/>
                </a:solidFill>
              </a:rPr>
              <a:t>объединяет два или больше массивов в один. Он не изменяет массив, на котором вызывается, а возвращает новый;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124050" y="177000"/>
            <a:ext cx="88959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Перебор массивов с использованием циклов </a:t>
            </a:r>
            <a:r>
              <a:rPr b="1" lang="cs" sz="1600">
                <a:solidFill>
                  <a:srgbClr val="38761D"/>
                </a:solidFill>
              </a:rPr>
              <a:t>for</a:t>
            </a:r>
            <a:r>
              <a:rPr b="1" lang="cs" sz="1600">
                <a:solidFill>
                  <a:srgbClr val="2B3990"/>
                </a:solidFill>
              </a:rPr>
              <a:t> или </a:t>
            </a:r>
            <a:r>
              <a:rPr b="1" lang="cs" sz="1600">
                <a:solidFill>
                  <a:srgbClr val="38761D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for...of</a:t>
            </a:r>
            <a:r>
              <a:rPr b="1" lang="cs" sz="1600">
                <a:solidFill>
                  <a:srgbClr val="2B3990"/>
                </a:solidFill>
              </a:rPr>
              <a:t>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- </a:t>
            </a:r>
            <a:r>
              <a:rPr b="1" lang="cs" sz="1600">
                <a:solidFill>
                  <a:srgbClr val="38761D"/>
                </a:solidFill>
              </a:rPr>
              <a:t>for</a:t>
            </a:r>
            <a:r>
              <a:rPr b="1" lang="cs" sz="1600">
                <a:solidFill>
                  <a:srgbClr val="2B3990"/>
                </a:solidFill>
              </a:rPr>
              <a:t> — к</a:t>
            </a:r>
            <a:r>
              <a:rPr lang="cs" sz="1600">
                <a:solidFill>
                  <a:srgbClr val="2B3990"/>
                </a:solidFill>
              </a:rPr>
              <a:t>лассический цикл. Используется, когда тебе нужен индекс или нужен полный контроль над перебором, то есть: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             - когда нужно пропускать элементы по условию (</a:t>
            </a:r>
            <a:r>
              <a:rPr b="1" lang="cs" sz="1600">
                <a:solidFill>
                  <a:srgbClr val="38761D"/>
                </a:solidFill>
              </a:rPr>
              <a:t>continue, break</a:t>
            </a:r>
            <a:r>
              <a:rPr lang="cs" sz="1600">
                <a:solidFill>
                  <a:srgbClr val="2B3990"/>
                </a:solidFill>
              </a:rPr>
              <a:t>);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             - когда нужно менять массив по индексу;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             - когда нужно идти не подряд (например, шаг 2 или в обратную сторону).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                   </a:t>
            </a:r>
            <a:r>
              <a:rPr b="1" lang="cs" sz="1600">
                <a:solidFill>
                  <a:srgbClr val="38761D"/>
                </a:solidFill>
              </a:rPr>
              <a:t> const arr = [1, 2, 3, 4, 5];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for (let i = 0; i &lt; arr.length; i++)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console.log(i, arr[i]);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2B3990"/>
                </a:solidFill>
              </a:rPr>
              <a:t>- </a:t>
            </a:r>
            <a:r>
              <a:rPr b="1" lang="cs" sz="1600">
                <a:solidFill>
                  <a:srgbClr val="38761D"/>
                </a:solidFill>
              </a:rPr>
              <a:t>for...of</a:t>
            </a:r>
            <a:r>
              <a:rPr b="1" lang="cs" sz="1600">
                <a:solidFill>
                  <a:srgbClr val="2B3990"/>
                </a:solidFill>
              </a:rPr>
              <a:t> — </a:t>
            </a:r>
            <a:r>
              <a:rPr lang="cs" sz="1600">
                <a:solidFill>
                  <a:srgbClr val="2B3990"/>
                </a:solidFill>
              </a:rPr>
              <a:t>современный и удобный перебор значений. Используется, когда тебе нужны значения, а индекс не важен, то есть: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             - когда нужен чистый перебор значений;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             - когда код должен быть коротким и читабельным;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2B3990"/>
                </a:solidFill>
              </a:rPr>
              <a:t>                                - когда не нужно изменять сам массив по индексу.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for (const value of arr) 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console.log(value);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              }</a:t>
            </a:r>
            <a:endParaRPr b="1" sz="16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89898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Практика: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1. Получить первый и последний элементы массива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Дан массив чисел. Выведи в консоль первый и последний элементы.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2. Проверить, есть ли элемент в массиве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Дан массив строк. Используя includes(), проверь, есть ли в массиве слово "apple".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3. Добавить и удалить элементы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Создай массив из трёх чисел.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Добавь в конец число 100 (push), а потом удали последний элемент (pop).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4. Преобразовать строку в массив слов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Дана строка: "I love JavaScript".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Используя split(), преврати её в массив слов.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5. Превратить массив в строку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Есть массив: ["JS", "is", "awesome"].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Собери из него строку "JS-is-awesome" с помощью join("-").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-58325" y="0"/>
            <a:ext cx="93393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6. Найти индекс элемента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Дан массив чисел. Используя indexOf(), найди индекс числа 7.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Если его нет — выведи "Не найден".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7. Скопировать часть массива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Дан массив: [10, 20, 30, 40, 50, 60].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Используя slice(), создай новый массив, который содержит только элементы от 20 до 50 включительно.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8. Удалить элементы с помощью splice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Есть массив: ["a", "b", "c", "d", "e"].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Удалить элементы "b", "c" и вставить на их место "X".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9. Объединение массивов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Даны два массива: [1, 2, 3] и [4, 5, 6].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Создай новый массив, </a:t>
            </a:r>
            <a:r>
              <a:rPr lang="cs" sz="1600">
                <a:solidFill>
                  <a:srgbClr val="2B3990"/>
                </a:solidFill>
              </a:rPr>
              <a:t>объединенный</a:t>
            </a:r>
            <a:r>
              <a:rPr lang="cs" sz="1600">
                <a:solidFill>
                  <a:srgbClr val="2B3990"/>
                </a:solidFill>
              </a:rPr>
              <a:t> с помощью concat().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10. Увеличить все элементы массива в два раза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Дан массив чисел.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Используя любой цикл (for или for…of), создай новый массив, где каждое число умножаем на 2.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126000" y="50000"/>
            <a:ext cx="8892000" cy="50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Объект</a:t>
            </a:r>
            <a:r>
              <a:rPr lang="cs" sz="1500">
                <a:solidFill>
                  <a:srgbClr val="2B3990"/>
                </a:solidFill>
              </a:rPr>
              <a:t> — это сложный тип данных, который позволяет хранить набор свойств в виде пар: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     </a:t>
            </a:r>
            <a:r>
              <a:rPr b="1" lang="cs" sz="1500">
                <a:solidFill>
                  <a:srgbClr val="2B3990"/>
                </a:solidFill>
              </a:rPr>
              <a:t> - ключ (имя)</a:t>
            </a:r>
            <a:endParaRPr b="1"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        - значение</a:t>
            </a:r>
            <a:endParaRPr b="1"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Синтаксис:</a:t>
            </a:r>
            <a:endParaRPr b="1"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38761D"/>
                </a:solidFill>
              </a:rPr>
              <a:t>let obj = {</a:t>
            </a:r>
            <a:endParaRPr b="1" sz="1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38761D"/>
                </a:solidFill>
              </a:rPr>
              <a:t>        id: 1,</a:t>
            </a:r>
            <a:endParaRPr b="1" sz="1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38761D"/>
                </a:solidFill>
              </a:rPr>
              <a:t>        name: "Alex",</a:t>
            </a:r>
            <a:endParaRPr b="1" sz="1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38761D"/>
                </a:solidFill>
              </a:rPr>
              <a:t>        favoritePlace: ["Prague", "Plzen"]</a:t>
            </a:r>
            <a:endParaRPr b="1" sz="1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38761D"/>
                </a:solidFill>
              </a:rPr>
              <a:t>        isOnline: true</a:t>
            </a:r>
            <a:endParaRPr b="1" sz="1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38761D"/>
                </a:solidFill>
              </a:rPr>
              <a:t>    } </a:t>
            </a:r>
            <a:endParaRPr b="1" sz="1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Доступ к свойствам:</a:t>
            </a:r>
            <a:endParaRPr b="1" sz="1500">
              <a:solidFill>
                <a:srgbClr val="2B399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-"/>
            </a:pPr>
            <a:r>
              <a:rPr b="1" lang="cs" sz="1500">
                <a:solidFill>
                  <a:srgbClr val="38761D"/>
                </a:solidFill>
              </a:rPr>
              <a:t>user.name</a:t>
            </a:r>
            <a:endParaRPr b="1" sz="1500">
              <a:solidFill>
                <a:srgbClr val="38761D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-"/>
            </a:pPr>
            <a:r>
              <a:rPr b="1" lang="cs" sz="1500">
                <a:solidFill>
                  <a:srgbClr val="38761D"/>
                </a:solidFill>
              </a:rPr>
              <a:t>user[key]</a:t>
            </a:r>
            <a:endParaRPr b="1" sz="1500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Изменение / добавление свойств:</a:t>
            </a:r>
            <a:endParaRPr b="1" sz="1500">
              <a:solidFill>
                <a:srgbClr val="2B399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-"/>
            </a:pPr>
            <a:r>
              <a:rPr b="1" lang="cs" sz="1500">
                <a:solidFill>
                  <a:srgbClr val="38761D"/>
                </a:solidFill>
              </a:rPr>
              <a:t>user.age = 26</a:t>
            </a:r>
            <a:endParaRPr b="1" sz="1500">
              <a:solidFill>
                <a:srgbClr val="38761D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500"/>
              <a:buChar char="-"/>
            </a:pPr>
            <a:r>
              <a:t/>
            </a:r>
            <a:endParaRPr b="1" sz="15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2B3990"/>
                </a:solidFill>
              </a:rPr>
              <a:t>Удаление:</a:t>
            </a:r>
            <a:endParaRPr b="1"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500">
                <a:solidFill>
                  <a:srgbClr val="38761D"/>
                </a:solidFill>
              </a:rPr>
              <a:t>     delete user.city;</a:t>
            </a:r>
            <a:endParaRPr b="1" sz="150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91440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Методы для перебора </a:t>
            </a:r>
            <a:r>
              <a:rPr b="1" lang="cs" sz="1600">
                <a:solidFill>
                  <a:srgbClr val="2B3990"/>
                </a:solidFill>
              </a:rPr>
              <a:t>объектов</a:t>
            </a:r>
            <a:r>
              <a:rPr b="1" lang="cs" sz="1600">
                <a:solidFill>
                  <a:srgbClr val="2B3990"/>
                </a:solidFill>
              </a:rPr>
              <a:t>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        - Цикл</a:t>
            </a:r>
            <a:r>
              <a:rPr b="1" lang="cs" sz="1600">
                <a:solidFill>
                  <a:srgbClr val="38761D"/>
                </a:solidFill>
              </a:rPr>
              <a:t> for...in </a:t>
            </a:r>
            <a:r>
              <a:rPr b="1" lang="cs" sz="1600">
                <a:solidFill>
                  <a:srgbClr val="2B3990"/>
                </a:solidFill>
              </a:rPr>
              <a:t>- </a:t>
            </a:r>
            <a:r>
              <a:rPr lang="cs" sz="1600">
                <a:solidFill>
                  <a:srgbClr val="2B3990"/>
                </a:solidFill>
              </a:rPr>
              <a:t>самый популярный и простой метод для перебора ключей объекта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	- </a:t>
            </a:r>
            <a:r>
              <a:rPr b="1" lang="cs" sz="1600">
                <a:solidFill>
                  <a:srgbClr val="38761D"/>
                </a:solidFill>
              </a:rPr>
              <a:t>Object.keys(obj) </a:t>
            </a:r>
            <a:r>
              <a:rPr b="1" lang="cs" sz="1600">
                <a:solidFill>
                  <a:srgbClr val="2B3990"/>
                </a:solidFill>
              </a:rPr>
              <a:t>- </a:t>
            </a:r>
            <a:r>
              <a:rPr lang="cs" sz="1600">
                <a:solidFill>
                  <a:srgbClr val="2B3990"/>
                </a:solidFill>
              </a:rPr>
              <a:t>принимает объект и возвращает массив ключей его собственных свойств. Если объект не имеет значения, метод вернёт пустой массив;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	- </a:t>
            </a:r>
            <a:r>
              <a:rPr b="1" lang="cs" sz="1600">
                <a:solidFill>
                  <a:srgbClr val="38761D"/>
                </a:solidFill>
              </a:rPr>
              <a:t>Object.values(obj)</a:t>
            </a:r>
            <a:r>
              <a:rPr lang="cs" sz="1600">
                <a:solidFill>
                  <a:srgbClr val="2B3990"/>
                </a:solidFill>
              </a:rPr>
              <a:t> - принимает объект и возвращает массив значений. Если объект не имеет значения, метод вернёт пустой массив;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	- </a:t>
            </a:r>
            <a:r>
              <a:rPr b="1" lang="cs" sz="1600">
                <a:solidFill>
                  <a:srgbClr val="38761D"/>
                </a:solidFill>
              </a:rPr>
              <a:t>Object.entries(obj) </a:t>
            </a:r>
            <a:r>
              <a:rPr lang="cs" sz="1600">
                <a:solidFill>
                  <a:srgbClr val="2B3990"/>
                </a:solidFill>
              </a:rPr>
              <a:t>- принимает объект и возвращает массив записей, каждый элемент которого, будет ещё один массив из 2-х элементов: имени свойства и значения этого свойства с объекта obj.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89793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Практика: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1 . Создание простого объекта. Создайте объект user с полями: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name — "Alex"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age — 25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city — "Prague"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Выведите каждое свойство в консоль.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2. Изменение и добавление свойств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Создайте объект car, добавьте свойства: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brand: "Tesla"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year: 2022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Измените значение свойства year на 2024.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3. Доступ через квадратные скобки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Есть объект: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const product = {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"item name": "Laptop",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price: 1500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};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Выведите значение свойства "item name".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141750" y="0"/>
            <a:ext cx="88605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4. Перебор объекта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Дан объект: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const book = {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title: "Dune",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author: "Frank Herbert",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rating: 9.2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};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Выведите все ключи и значения через цикл for...in.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5. Получить сумму значений. Дан объект: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const salaries = {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Alex: 1200,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Tom: 1800,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Bob: 1500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}; Найди сумму всех зарплат.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6. Массив объектов. Есть массив: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const users = [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{ name: "Alex", age: 25 },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{ name: "Tom", age: 30 },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  { name: "Anna", age: 20 }</a:t>
            </a:r>
            <a:endParaRPr sz="15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500">
                <a:solidFill>
                  <a:srgbClr val="2B3990"/>
                </a:solidFill>
              </a:rPr>
              <a:t>]; - Выведи имена всех пользователей.</a:t>
            </a:r>
            <a:endParaRPr sz="15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89688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7. Найти пользователя по имени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Используя массив из предыдущей задачи, найди объект с name: "Tom".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8. Вложенные объекты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Дан объект: 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const company = {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name: "Apple",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employees: {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total: 150000,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offices: {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USA: 5,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Europe: 3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}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}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}; - Выведите количество офисов в Европе.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8948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9.  Фильтрация массива объектов. Есть массив товаров: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const products = [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{ name: "Laptop", price: 1500 },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{ name: "Phone",  price: 700 },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{ name: "Tablet", price: 900 },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{ name: "TV",     price: 2000 }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];  - Вывести все товары, у которых цена &gt; 900.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